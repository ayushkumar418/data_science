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323" r:id="rId8"/>
    <p:sldId id="281" r:id="rId9"/>
    <p:sldId id="282" r:id="rId10"/>
    <p:sldId id="314" r:id="rId11"/>
    <p:sldId id="315" r:id="rId12"/>
    <p:sldId id="317" r:id="rId13"/>
    <p:sldId id="318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0E880-D316-48F1-A2CC-94E30B852B0B}" v="37" dt="2025-04-27T10:27:37.57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2978" autoAdjust="0"/>
  </p:normalViewPr>
  <p:slideViewPr>
    <p:cSldViewPr snapToGrid="0" snapToObjects="1">
      <p:cViewPr>
        <p:scale>
          <a:sx n="125" d="100"/>
          <a:sy n="125" d="100"/>
        </p:scale>
        <p:origin x="360" y="-1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." userId="f5881996e54514c2" providerId="LiveId" clId="{0710E880-D316-48F1-A2CC-94E30B852B0B}"/>
    <pc:docChg chg="undo custSel addSld delSld modSld">
      <pc:chgData name="Harry ." userId="f5881996e54514c2" providerId="LiveId" clId="{0710E880-D316-48F1-A2CC-94E30B852B0B}" dt="2025-04-27T10:41:47.070" v="226" actId="113"/>
      <pc:docMkLst>
        <pc:docMk/>
      </pc:docMkLst>
      <pc:sldChg chg="addSp delSp modSp mod">
        <pc:chgData name="Harry ." userId="f5881996e54514c2" providerId="LiveId" clId="{0710E880-D316-48F1-A2CC-94E30B852B0B}" dt="2025-04-27T10:26:07.422" v="192" actId="478"/>
        <pc:sldMkLst>
          <pc:docMk/>
          <pc:sldMk cId="2952923800" sldId="281"/>
        </pc:sldMkLst>
        <pc:spChg chg="mod">
          <ac:chgData name="Harry ." userId="f5881996e54514c2" providerId="LiveId" clId="{0710E880-D316-48F1-A2CC-94E30B852B0B}" dt="2025-04-27T10:08:53.255" v="17" actId="1076"/>
          <ac:spMkLst>
            <pc:docMk/>
            <pc:sldMk cId="2952923800" sldId="281"/>
            <ac:spMk id="2" creationId="{D53B219B-7E3A-7E84-6386-37313F0CFB09}"/>
          </ac:spMkLst>
        </pc:spChg>
        <pc:spChg chg="del mod">
          <ac:chgData name="Harry ." userId="f5881996e54514c2" providerId="LiveId" clId="{0710E880-D316-48F1-A2CC-94E30B852B0B}" dt="2025-04-27T10:08:54.771" v="18" actId="478"/>
          <ac:spMkLst>
            <pc:docMk/>
            <pc:sldMk cId="2952923800" sldId="281"/>
            <ac:spMk id="3" creationId="{A2E339BF-E6D7-DD0E-AF02-6813852EE723}"/>
          </ac:spMkLst>
        </pc:spChg>
        <pc:spChg chg="add del mod">
          <ac:chgData name="Harry ." userId="f5881996e54514c2" providerId="LiveId" clId="{0710E880-D316-48F1-A2CC-94E30B852B0B}" dt="2025-04-27T10:26:07.422" v="192" actId="478"/>
          <ac:spMkLst>
            <pc:docMk/>
            <pc:sldMk cId="2952923800" sldId="281"/>
            <ac:spMk id="5" creationId="{E22FD6F2-A553-97FC-37D8-85D36E7745E2}"/>
          </ac:spMkLst>
        </pc:spChg>
        <pc:picChg chg="add del">
          <ac:chgData name="Harry ." userId="f5881996e54514c2" providerId="LiveId" clId="{0710E880-D316-48F1-A2CC-94E30B852B0B}" dt="2025-04-27T10:26:07.422" v="192" actId="478"/>
          <ac:picMkLst>
            <pc:docMk/>
            <pc:sldMk cId="2952923800" sldId="281"/>
            <ac:picMk id="6" creationId="{FECDA901-DD88-89EB-E10E-A2994D0A92DB}"/>
          </ac:picMkLst>
        </pc:picChg>
        <pc:picChg chg="add mod">
          <ac:chgData name="Harry ." userId="f5881996e54514c2" providerId="LiveId" clId="{0710E880-D316-48F1-A2CC-94E30B852B0B}" dt="2025-04-27T10:26:07.172" v="191" actId="931"/>
          <ac:picMkLst>
            <pc:docMk/>
            <pc:sldMk cId="2952923800" sldId="281"/>
            <ac:picMk id="8" creationId="{77C88F27-8B26-C54C-16A6-EF2220B950BE}"/>
          </ac:picMkLst>
        </pc:picChg>
      </pc:sldChg>
      <pc:sldChg chg="modSp mod">
        <pc:chgData name="Harry ." userId="f5881996e54514c2" providerId="LiveId" clId="{0710E880-D316-48F1-A2CC-94E30B852B0B}" dt="2025-04-27T10:09:26.663" v="30"/>
        <pc:sldMkLst>
          <pc:docMk/>
          <pc:sldMk cId="685681062" sldId="282"/>
        </pc:sldMkLst>
        <pc:spChg chg="mod">
          <ac:chgData name="Harry ." userId="f5881996e54514c2" providerId="LiveId" clId="{0710E880-D316-48F1-A2CC-94E30B852B0B}" dt="2025-04-27T10:08:58.431" v="19"/>
          <ac:spMkLst>
            <pc:docMk/>
            <pc:sldMk cId="685681062" sldId="282"/>
            <ac:spMk id="2" creationId="{FD5E8954-9BCB-7FD9-A210-38DC54382D45}"/>
          </ac:spMkLst>
        </pc:spChg>
        <pc:spChg chg="mod">
          <ac:chgData name="Harry ." userId="f5881996e54514c2" providerId="LiveId" clId="{0710E880-D316-48F1-A2CC-94E30B852B0B}" dt="2025-04-27T10:09:26.663" v="30"/>
          <ac:spMkLst>
            <pc:docMk/>
            <pc:sldMk cId="685681062" sldId="282"/>
            <ac:spMk id="3" creationId="{75111C33-898C-4414-4665-5136EB6FC126}"/>
          </ac:spMkLst>
        </pc:spChg>
      </pc:sldChg>
      <pc:sldChg chg="modSp mod">
        <pc:chgData name="Harry ." userId="f5881996e54514c2" providerId="LiveId" clId="{0710E880-D316-48F1-A2CC-94E30B852B0B}" dt="2025-04-27T10:24:39.116" v="176" actId="6549"/>
        <pc:sldMkLst>
          <pc:docMk/>
          <pc:sldMk cId="1973173046" sldId="297"/>
        </pc:sldMkLst>
        <pc:spChg chg="mod">
          <ac:chgData name="Harry ." userId="f5881996e54514c2" providerId="LiveId" clId="{0710E880-D316-48F1-A2CC-94E30B852B0B}" dt="2025-04-27T10:24:39.116" v="176" actId="6549"/>
          <ac:spMkLst>
            <pc:docMk/>
            <pc:sldMk cId="1973173046" sldId="297"/>
            <ac:spMk id="3" creationId="{D8B5CEF2-E667-BBB5-2EA6-C06F93B6DE12}"/>
          </ac:spMkLst>
        </pc:spChg>
      </pc:sldChg>
      <pc:sldChg chg="modSp mod">
        <pc:chgData name="Harry ." userId="f5881996e54514c2" providerId="LiveId" clId="{0710E880-D316-48F1-A2CC-94E30B852B0B}" dt="2025-04-27T10:07:14.307" v="2" actId="14100"/>
        <pc:sldMkLst>
          <pc:docMk/>
          <pc:sldMk cId="2906491918" sldId="307"/>
        </pc:sldMkLst>
        <pc:spChg chg="mod">
          <ac:chgData name="Harry ." userId="f5881996e54514c2" providerId="LiveId" clId="{0710E880-D316-48F1-A2CC-94E30B852B0B}" dt="2025-04-27T10:07:14.307" v="2" actId="14100"/>
          <ac:spMkLst>
            <pc:docMk/>
            <pc:sldMk cId="2906491918" sldId="307"/>
            <ac:spMk id="2" creationId="{D54EDA75-0988-2AC2-87F8-8DEC83A7B9CA}"/>
          </ac:spMkLst>
        </pc:spChg>
      </pc:sldChg>
      <pc:sldChg chg="addSp delSp modSp mod modClrScheme chgLayout">
        <pc:chgData name="Harry ." userId="f5881996e54514c2" providerId="LiveId" clId="{0710E880-D316-48F1-A2CC-94E30B852B0B}" dt="2025-04-27T10:26:56.977" v="198" actId="26606"/>
        <pc:sldMkLst>
          <pc:docMk/>
          <pc:sldMk cId="1131718056" sldId="314"/>
        </pc:sldMkLst>
        <pc:spChg chg="mod">
          <ac:chgData name="Harry ." userId="f5881996e54514c2" providerId="LiveId" clId="{0710E880-D316-48F1-A2CC-94E30B852B0B}" dt="2025-04-27T10:26:34.181" v="193" actId="26606"/>
          <ac:spMkLst>
            <pc:docMk/>
            <pc:sldMk cId="1131718056" sldId="314"/>
            <ac:spMk id="2" creationId="{B6210199-C129-11F0-56F2-2D1AED21CB4C}"/>
          </ac:spMkLst>
        </pc:spChg>
        <pc:spChg chg="mod ord modVis">
          <ac:chgData name="Harry ." userId="f5881996e54514c2" providerId="LiveId" clId="{0710E880-D316-48F1-A2CC-94E30B852B0B}" dt="2025-04-27T10:26:34.181" v="193" actId="26606"/>
          <ac:spMkLst>
            <pc:docMk/>
            <pc:sldMk cId="1131718056" sldId="314"/>
            <ac:spMk id="3" creationId="{370AEC4F-E711-8552-9C34-82C1514A1E37}"/>
          </ac:spMkLst>
        </pc:spChg>
        <pc:spChg chg="mod">
          <ac:chgData name="Harry ." userId="f5881996e54514c2" providerId="LiveId" clId="{0710E880-D316-48F1-A2CC-94E30B852B0B}" dt="2025-04-27T10:26:34.181" v="193" actId="26606"/>
          <ac:spMkLst>
            <pc:docMk/>
            <pc:sldMk cId="1131718056" sldId="314"/>
            <ac:spMk id="4" creationId="{BDDD6BDC-E008-6AB7-55A1-46ED9BCF054F}"/>
          </ac:spMkLst>
        </pc:spChg>
        <pc:spChg chg="add del mod">
          <ac:chgData name="Harry ." userId="f5881996e54514c2" providerId="LiveId" clId="{0710E880-D316-48F1-A2CC-94E30B852B0B}" dt="2025-04-27T10:26:45.377" v="194" actId="931"/>
          <ac:spMkLst>
            <pc:docMk/>
            <pc:sldMk cId="1131718056" sldId="314"/>
            <ac:spMk id="9" creationId="{3EBD917B-39D5-ECAF-93AF-24C9113E815E}"/>
          </ac:spMkLst>
        </pc:spChg>
        <pc:picChg chg="add mod">
          <ac:chgData name="Harry ." userId="f5881996e54514c2" providerId="LiveId" clId="{0710E880-D316-48F1-A2CC-94E30B852B0B}" dt="2025-04-27T10:26:56.977" v="198" actId="26606"/>
          <ac:picMkLst>
            <pc:docMk/>
            <pc:sldMk cId="1131718056" sldId="314"/>
            <ac:picMk id="6" creationId="{B2256B4A-7C10-69DE-94C5-0C2B0A58A524}"/>
          </ac:picMkLst>
        </pc:picChg>
      </pc:sldChg>
      <pc:sldChg chg="addSp delSp modSp mod">
        <pc:chgData name="Harry ." userId="f5881996e54514c2" providerId="LiveId" clId="{0710E880-D316-48F1-A2CC-94E30B852B0B}" dt="2025-04-27T10:13:08.825" v="104" actId="20577"/>
        <pc:sldMkLst>
          <pc:docMk/>
          <pc:sldMk cId="2468595790" sldId="315"/>
        </pc:sldMkLst>
        <pc:spChg chg="mod">
          <ac:chgData name="Harry ." userId="f5881996e54514c2" providerId="LiveId" clId="{0710E880-D316-48F1-A2CC-94E30B852B0B}" dt="2025-04-27T10:13:08.825" v="104" actId="20577"/>
          <ac:spMkLst>
            <pc:docMk/>
            <pc:sldMk cId="2468595790" sldId="315"/>
            <ac:spMk id="2" creationId="{B28A34A6-22BC-27A4-2C79-EE98A4943B14}"/>
          </ac:spMkLst>
        </pc:spChg>
        <pc:spChg chg="add del mod">
          <ac:chgData name="Harry ." userId="f5881996e54514c2" providerId="LiveId" clId="{0710E880-D316-48F1-A2CC-94E30B852B0B}" dt="2025-04-27T10:10:10.874" v="55" actId="478"/>
          <ac:spMkLst>
            <pc:docMk/>
            <pc:sldMk cId="2468595790" sldId="315"/>
            <ac:spMk id="5" creationId="{683E8324-5546-43A5-C8C6-ECC381508451}"/>
          </ac:spMkLst>
        </pc:spChg>
        <pc:spChg chg="add">
          <ac:chgData name="Harry ." userId="f5881996e54514c2" providerId="LiveId" clId="{0710E880-D316-48F1-A2CC-94E30B852B0B}" dt="2025-04-27T10:10:16.984" v="57"/>
          <ac:spMkLst>
            <pc:docMk/>
            <pc:sldMk cId="2468595790" sldId="315"/>
            <ac:spMk id="6" creationId="{9DB63CAD-70B3-13A7-21CF-6DD1121DD9CA}"/>
          </ac:spMkLst>
        </pc:spChg>
        <pc:spChg chg="add">
          <ac:chgData name="Harry ." userId="f5881996e54514c2" providerId="LiveId" clId="{0710E880-D316-48F1-A2CC-94E30B852B0B}" dt="2025-04-27T10:10:19.049" v="58"/>
          <ac:spMkLst>
            <pc:docMk/>
            <pc:sldMk cId="2468595790" sldId="315"/>
            <ac:spMk id="7" creationId="{903A9DD1-361F-4C8A-8195-4E057CF45D60}"/>
          </ac:spMkLst>
        </pc:spChg>
        <pc:spChg chg="add mod">
          <ac:chgData name="Harry ." userId="f5881996e54514c2" providerId="LiveId" clId="{0710E880-D316-48F1-A2CC-94E30B852B0B}" dt="2025-04-27T10:10:25.007" v="61"/>
          <ac:spMkLst>
            <pc:docMk/>
            <pc:sldMk cId="2468595790" sldId="315"/>
            <ac:spMk id="8" creationId="{7489D180-8BD0-573A-6B1C-D8420A00A453}"/>
          </ac:spMkLst>
        </pc:spChg>
        <pc:spChg chg="mod">
          <ac:chgData name="Harry ." userId="f5881996e54514c2" providerId="LiveId" clId="{0710E880-D316-48F1-A2CC-94E30B852B0B}" dt="2025-04-27T10:10:28.996" v="62"/>
          <ac:spMkLst>
            <pc:docMk/>
            <pc:sldMk cId="2468595790" sldId="315"/>
            <ac:spMk id="9" creationId="{19FD6159-D344-43AD-B31C-46EC9B9C22A7}"/>
          </ac:spMkLst>
        </pc:spChg>
        <pc:spChg chg="add del mod">
          <ac:chgData name="Harry ." userId="f5881996e54514c2" providerId="LiveId" clId="{0710E880-D316-48F1-A2CC-94E30B852B0B}" dt="2025-04-27T10:11:07.344" v="75" actId="1076"/>
          <ac:spMkLst>
            <pc:docMk/>
            <pc:sldMk cId="2468595790" sldId="315"/>
            <ac:spMk id="16" creationId="{AEF9954A-E263-8A7E-58B1-4D03F7D1BD9B}"/>
          </ac:spMkLst>
        </pc:spChg>
        <pc:spChg chg="del">
          <ac:chgData name="Harry ." userId="f5881996e54514c2" providerId="LiveId" clId="{0710E880-D316-48F1-A2CC-94E30B852B0B}" dt="2025-04-27T10:10:07.190" v="54" actId="478"/>
          <ac:spMkLst>
            <pc:docMk/>
            <pc:sldMk cId="2468595790" sldId="315"/>
            <ac:spMk id="17" creationId="{33680A80-5C61-DD02-1119-0565C0AD5372}"/>
          </ac:spMkLst>
        </pc:spChg>
      </pc:sldChg>
      <pc:sldChg chg="addSp delSp modSp mod">
        <pc:chgData name="Harry ." userId="f5881996e54514c2" providerId="LiveId" clId="{0710E880-D316-48F1-A2CC-94E30B852B0B}" dt="2025-04-27T10:27:51.139" v="211" actId="1036"/>
        <pc:sldMkLst>
          <pc:docMk/>
          <pc:sldMk cId="1941619646" sldId="317"/>
        </pc:sldMkLst>
        <pc:spChg chg="mod">
          <ac:chgData name="Harry ." userId="f5881996e54514c2" providerId="LiveId" clId="{0710E880-D316-48F1-A2CC-94E30B852B0B}" dt="2025-04-27T10:13:29.391" v="108"/>
          <ac:spMkLst>
            <pc:docMk/>
            <pc:sldMk cId="1941619646" sldId="317"/>
            <ac:spMk id="3" creationId="{3D55F2D4-C20E-BEBC-1CCF-4449B0456A7E}"/>
          </ac:spMkLst>
        </pc:spChg>
        <pc:spChg chg="add del mod">
          <ac:chgData name="Harry ." userId="f5881996e54514c2" providerId="LiveId" clId="{0710E880-D316-48F1-A2CC-94E30B852B0B}" dt="2025-04-27T10:13:17.914" v="106" actId="478"/>
          <ac:spMkLst>
            <pc:docMk/>
            <pc:sldMk cId="1941619646" sldId="317"/>
            <ac:spMk id="5" creationId="{BB982F2C-CC33-6D91-7320-A72AB8999D84}"/>
          </ac:spMkLst>
        </pc:spChg>
        <pc:spChg chg="add">
          <ac:chgData name="Harry ." userId="f5881996e54514c2" providerId="LiveId" clId="{0710E880-D316-48F1-A2CC-94E30B852B0B}" dt="2025-04-27T10:19:59.961" v="110"/>
          <ac:spMkLst>
            <pc:docMk/>
            <pc:sldMk cId="1941619646" sldId="317"/>
            <ac:spMk id="6" creationId="{4BF092B9-CE0F-277C-F7F0-B8A3605F40EC}"/>
          </ac:spMkLst>
        </pc:spChg>
        <pc:spChg chg="add">
          <ac:chgData name="Harry ." userId="f5881996e54514c2" providerId="LiveId" clId="{0710E880-D316-48F1-A2CC-94E30B852B0B}" dt="2025-04-27T10:20:09.191" v="111"/>
          <ac:spMkLst>
            <pc:docMk/>
            <pc:sldMk cId="1941619646" sldId="317"/>
            <ac:spMk id="8" creationId="{6D0AA6C1-1B10-FDB5-7A71-4EAA55F7C81A}"/>
          </ac:spMkLst>
        </pc:spChg>
        <pc:spChg chg="add">
          <ac:chgData name="Harry ." userId="f5881996e54514c2" providerId="LiveId" clId="{0710E880-D316-48F1-A2CC-94E30B852B0B}" dt="2025-04-27T10:20:11.633" v="112"/>
          <ac:spMkLst>
            <pc:docMk/>
            <pc:sldMk cId="1941619646" sldId="317"/>
            <ac:spMk id="9" creationId="{165D62DE-658A-A042-2437-B450D6C671B1}"/>
          </ac:spMkLst>
        </pc:spChg>
        <pc:spChg chg="add del mod">
          <ac:chgData name="Harry ." userId="f5881996e54514c2" providerId="LiveId" clId="{0710E880-D316-48F1-A2CC-94E30B852B0B}" dt="2025-04-27T10:27:37.577" v="200" actId="931"/>
          <ac:spMkLst>
            <pc:docMk/>
            <pc:sldMk cId="1941619646" sldId="317"/>
            <ac:spMk id="12" creationId="{8FA0F32F-C303-2641-77A4-94EF99051CB0}"/>
          </ac:spMkLst>
        </pc:spChg>
        <pc:spChg chg="del">
          <ac:chgData name="Harry ." userId="f5881996e54514c2" providerId="LiveId" clId="{0710E880-D316-48F1-A2CC-94E30B852B0B}" dt="2025-04-27T10:13:16.420" v="105" actId="478"/>
          <ac:spMkLst>
            <pc:docMk/>
            <pc:sldMk cId="1941619646" sldId="317"/>
            <ac:spMk id="13" creationId="{58AC0C8B-8A7A-9FAE-2D0F-4D1C3A8C3FA5}"/>
          </ac:spMkLst>
        </pc:spChg>
        <pc:spChg chg="mod">
          <ac:chgData name="Harry ." userId="f5881996e54514c2" providerId="LiveId" clId="{0710E880-D316-48F1-A2CC-94E30B852B0B}" dt="2025-04-27T10:20:53.356" v="120" actId="20577"/>
          <ac:spMkLst>
            <pc:docMk/>
            <pc:sldMk cId="1941619646" sldId="317"/>
            <ac:spMk id="14" creationId="{749C7CD1-A9AA-49E3-6734-AD9546F2DF5B}"/>
          </ac:spMkLst>
        </pc:spChg>
        <pc:picChg chg="del">
          <ac:chgData name="Harry ." userId="f5881996e54514c2" providerId="LiveId" clId="{0710E880-D316-48F1-A2CC-94E30B852B0B}" dt="2025-04-27T10:27:14.092" v="199" actId="478"/>
          <ac:picMkLst>
            <pc:docMk/>
            <pc:sldMk cId="1941619646" sldId="317"/>
            <ac:picMk id="10" creationId="{DD0A0899-5B02-CEB5-E5DD-448B169C2377}"/>
          </ac:picMkLst>
        </pc:picChg>
        <pc:picChg chg="add mod">
          <ac:chgData name="Harry ." userId="f5881996e54514c2" providerId="LiveId" clId="{0710E880-D316-48F1-A2CC-94E30B852B0B}" dt="2025-04-27T10:27:51.139" v="211" actId="1036"/>
          <ac:picMkLst>
            <pc:docMk/>
            <pc:sldMk cId="1941619646" sldId="317"/>
            <ac:picMk id="16" creationId="{A586D04D-F503-1E3E-9D49-80E9C811D065}"/>
          </ac:picMkLst>
        </pc:picChg>
      </pc:sldChg>
      <pc:sldChg chg="addSp delSp modSp mod">
        <pc:chgData name="Harry ." userId="f5881996e54514c2" providerId="LiveId" clId="{0710E880-D316-48F1-A2CC-94E30B852B0B}" dt="2025-04-27T10:41:47.070" v="226" actId="113"/>
        <pc:sldMkLst>
          <pc:docMk/>
          <pc:sldMk cId="4072101725" sldId="318"/>
        </pc:sldMkLst>
        <pc:spChg chg="mod">
          <ac:chgData name="Harry ." userId="f5881996e54514c2" providerId="LiveId" clId="{0710E880-D316-48F1-A2CC-94E30B852B0B}" dt="2025-04-27T10:22:58.036" v="157" actId="1076"/>
          <ac:spMkLst>
            <pc:docMk/>
            <pc:sldMk cId="4072101725" sldId="318"/>
            <ac:spMk id="3" creationId="{9443EC8A-1733-CCF7-081F-EB4667CB3285}"/>
          </ac:spMkLst>
        </pc:spChg>
        <pc:spChg chg="del mod">
          <ac:chgData name="Harry ." userId="f5881996e54514c2" providerId="LiveId" clId="{0710E880-D316-48F1-A2CC-94E30B852B0B}" dt="2025-04-27T10:21:17.466" v="123"/>
          <ac:spMkLst>
            <pc:docMk/>
            <pc:sldMk cId="4072101725" sldId="318"/>
            <ac:spMk id="4" creationId="{ACE55D3D-AA24-CF53-6679-29B3C83F7646}"/>
          </ac:spMkLst>
        </pc:spChg>
        <pc:spChg chg="add">
          <ac:chgData name="Harry ." userId="f5881996e54514c2" providerId="LiveId" clId="{0710E880-D316-48F1-A2CC-94E30B852B0B}" dt="2025-04-27T10:21:15.737" v="121"/>
          <ac:spMkLst>
            <pc:docMk/>
            <pc:sldMk cId="4072101725" sldId="318"/>
            <ac:spMk id="5" creationId="{957A39F2-1F6F-8603-2E77-47BBB8C39A3C}"/>
          </ac:spMkLst>
        </pc:spChg>
        <pc:spChg chg="add mod">
          <ac:chgData name="Harry ." userId="f5881996e54514c2" providerId="LiveId" clId="{0710E880-D316-48F1-A2CC-94E30B852B0B}" dt="2025-04-27T10:41:47.070" v="226" actId="113"/>
          <ac:spMkLst>
            <pc:docMk/>
            <pc:sldMk cId="4072101725" sldId="318"/>
            <ac:spMk id="6" creationId="{B5712611-1D5A-1A10-9CE7-AA59191E9300}"/>
          </ac:spMkLst>
        </pc:spChg>
        <pc:spChg chg="add del mod">
          <ac:chgData name="Harry ." userId="f5881996e54514c2" providerId="LiveId" clId="{0710E880-D316-48F1-A2CC-94E30B852B0B}" dt="2025-04-27T10:21:45.627" v="127" actId="478"/>
          <ac:spMkLst>
            <pc:docMk/>
            <pc:sldMk cId="4072101725" sldId="318"/>
            <ac:spMk id="9" creationId="{162496EB-39F7-486E-66F8-085FAAEE4190}"/>
          </ac:spMkLst>
        </pc:spChg>
        <pc:spChg chg="add del mod">
          <ac:chgData name="Harry ." userId="f5881996e54514c2" providerId="LiveId" clId="{0710E880-D316-48F1-A2CC-94E30B852B0B}" dt="2025-04-27T10:22:02.676" v="131" actId="478"/>
          <ac:spMkLst>
            <pc:docMk/>
            <pc:sldMk cId="4072101725" sldId="318"/>
            <ac:spMk id="10" creationId="{F412CA70-CB6E-B619-5508-90AB600B09FF}"/>
          </ac:spMkLst>
        </pc:spChg>
      </pc:sldChg>
      <pc:sldChg chg="del">
        <pc:chgData name="Harry ." userId="f5881996e54514c2" providerId="LiveId" clId="{0710E880-D316-48F1-A2CC-94E30B852B0B}" dt="2025-04-27T10:23:20.381" v="158" actId="47"/>
        <pc:sldMkLst>
          <pc:docMk/>
          <pc:sldMk cId="3969996159" sldId="319"/>
        </pc:sldMkLst>
      </pc:sldChg>
      <pc:sldChg chg="addSp delSp modSp mod">
        <pc:chgData name="Harry ." userId="f5881996e54514c2" providerId="LiveId" clId="{0710E880-D316-48F1-A2CC-94E30B852B0B}" dt="2025-04-27T10:24:09.059" v="174" actId="20577"/>
        <pc:sldMkLst>
          <pc:docMk/>
          <pc:sldMk cId="2498021601" sldId="321"/>
        </pc:sldMkLst>
        <pc:spChg chg="add">
          <ac:chgData name="Harry ." userId="f5881996e54514c2" providerId="LiveId" clId="{0710E880-D316-48F1-A2CC-94E30B852B0B}" dt="2025-04-27T10:23:28.442" v="159"/>
          <ac:spMkLst>
            <pc:docMk/>
            <pc:sldMk cId="2498021601" sldId="321"/>
            <ac:spMk id="4" creationId="{6DB26302-1CFC-D599-1FFB-B28A67FC04AF}"/>
          </ac:spMkLst>
        </pc:spChg>
        <pc:spChg chg="add mod">
          <ac:chgData name="Harry ." userId="f5881996e54514c2" providerId="LiveId" clId="{0710E880-D316-48F1-A2CC-94E30B852B0B}" dt="2025-04-27T10:24:09.059" v="174" actId="20577"/>
          <ac:spMkLst>
            <pc:docMk/>
            <pc:sldMk cId="2498021601" sldId="321"/>
            <ac:spMk id="5" creationId="{BA42890E-DD74-0365-DF01-161D1FBAA66A}"/>
          </ac:spMkLst>
        </pc:spChg>
        <pc:spChg chg="add del mod">
          <ac:chgData name="Harry ." userId="f5881996e54514c2" providerId="LiveId" clId="{0710E880-D316-48F1-A2CC-94E30B852B0B}" dt="2025-04-27T10:23:38.387" v="164" actId="478"/>
          <ac:spMkLst>
            <pc:docMk/>
            <pc:sldMk cId="2498021601" sldId="321"/>
            <ac:spMk id="7" creationId="{542030B0-DADD-6337-146E-A4F467943E4E}"/>
          </ac:spMkLst>
        </pc:spChg>
        <pc:spChg chg="del mod">
          <ac:chgData name="Harry ." userId="f5881996e54514c2" providerId="LiveId" clId="{0710E880-D316-48F1-A2CC-94E30B852B0B}" dt="2025-04-27T10:23:30.392" v="161"/>
          <ac:spMkLst>
            <pc:docMk/>
            <pc:sldMk cId="2498021601" sldId="321"/>
            <ac:spMk id="12" creationId="{288BD9B8-D6A6-D55A-830D-4D3CC2DC3933}"/>
          </ac:spMkLst>
        </pc:spChg>
        <pc:spChg chg="del">
          <ac:chgData name="Harry ." userId="f5881996e54514c2" providerId="LiveId" clId="{0710E880-D316-48F1-A2CC-94E30B852B0B}" dt="2025-04-27T10:23:37.004" v="163" actId="478"/>
          <ac:spMkLst>
            <pc:docMk/>
            <pc:sldMk cId="2498021601" sldId="321"/>
            <ac:spMk id="13" creationId="{0853098E-C088-D323-4BF2-987893F262F6}"/>
          </ac:spMkLst>
        </pc:spChg>
      </pc:sldChg>
      <pc:sldChg chg="del">
        <pc:chgData name="Harry ." userId="f5881996e54514c2" providerId="LiveId" clId="{0710E880-D316-48F1-A2CC-94E30B852B0B}" dt="2025-04-27T10:24:36.590" v="175" actId="47"/>
        <pc:sldMkLst>
          <pc:docMk/>
          <pc:sldMk cId="1686213229" sldId="322"/>
        </pc:sldMkLst>
      </pc:sldChg>
      <pc:sldChg chg="addSp delSp modSp add mod">
        <pc:chgData name="Harry ." userId="f5881996e54514c2" providerId="LiveId" clId="{0710E880-D316-48F1-A2CC-94E30B852B0B}" dt="2025-04-27T10:08:03.301" v="14" actId="1076"/>
        <pc:sldMkLst>
          <pc:docMk/>
          <pc:sldMk cId="1569033941" sldId="323"/>
        </pc:sldMkLst>
        <pc:spChg chg="mod">
          <ac:chgData name="Harry ." userId="f5881996e54514c2" providerId="LiveId" clId="{0710E880-D316-48F1-A2CC-94E30B852B0B}" dt="2025-04-27T10:07:30.007" v="6"/>
          <ac:spMkLst>
            <pc:docMk/>
            <pc:sldMk cId="1569033941" sldId="323"/>
            <ac:spMk id="2" creationId="{D41EF3EA-61A0-E9C4-1B6F-2A51F7D37EE7}"/>
          </ac:spMkLst>
        </pc:spChg>
        <pc:spChg chg="add del mod">
          <ac:chgData name="Harry ." userId="f5881996e54514c2" providerId="LiveId" clId="{0710E880-D316-48F1-A2CC-94E30B852B0B}" dt="2025-04-27T10:08:03.301" v="14" actId="1076"/>
          <ac:spMkLst>
            <pc:docMk/>
            <pc:sldMk cId="1569033941" sldId="323"/>
            <ac:spMk id="3" creationId="{934535D9-6319-DB43-C14D-E56E0E2968DC}"/>
          </ac:spMkLst>
        </pc:spChg>
        <pc:spChg chg="add mod">
          <ac:chgData name="Harry ." userId="f5881996e54514c2" providerId="LiveId" clId="{0710E880-D316-48F1-A2CC-94E30B852B0B}" dt="2025-04-27T10:07:39.079" v="9"/>
          <ac:spMkLst>
            <pc:docMk/>
            <pc:sldMk cId="1569033941" sldId="323"/>
            <ac:spMk id="4" creationId="{5B0CC653-B56F-09A8-B6B8-8E127CD5E8D7}"/>
          </ac:spMkLst>
        </pc:spChg>
      </pc:sldChg>
      <pc:sldChg chg="add del">
        <pc:chgData name="Harry ." userId="f5881996e54514c2" providerId="LiveId" clId="{0710E880-D316-48F1-A2CC-94E30B852B0B}" dt="2025-04-27T10:07:24.328" v="5"/>
        <pc:sldMkLst>
          <pc:docMk/>
          <pc:sldMk cId="2245534535" sldId="3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034EA-A8C8-10B8-C0F8-A9014C7B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15D35-2216-CEAF-6FD3-D89641D43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0A1FB-FBA0-4A66-FDA5-DDFC28D46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65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Data collection techniques in data science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457" y="3045097"/>
            <a:ext cx="7141029" cy="32073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Why Data Collection is Critical?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dirty="0"/>
              <a:t>Types of Data Sources: APIs, Webpages, Databases, Files, Sensors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Ethical Considerations (Consent, Licensing, Fair Use)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Overview of Tools: APIs, Web Scraping (</a:t>
            </a:r>
            <a:r>
              <a:rPr lang="en-US" sz="1700" dirty="0" err="1"/>
              <a:t>BeautifulSoup</a:t>
            </a:r>
            <a:r>
              <a:rPr lang="en-US" sz="1700" dirty="0"/>
              <a:t>), Webhooks,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Techniques in Python for data collection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1C931E0-DB8D-2C73-581D-A1F97C1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Considerations (Consent, Licensing, Fair Use)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0" y="1061623"/>
            <a:ext cx="6387959" cy="4739104"/>
          </a:xfrm>
        </p:spPr>
        <p:txBody>
          <a:bodyPr/>
          <a:lstStyle/>
          <a:p>
            <a:r>
              <a:rPr lang="en-US" dirty="0"/>
              <a:t>Why Data Collection is Critical?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5535-A223-569F-971B-C6E76F66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F3EA-61A0-E9C4-1B6F-2A51F7D3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Why Data Collection is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35D9-6319-DB43-C14D-E56E0E29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99308" y="3057714"/>
            <a:ext cx="7965460" cy="3497698"/>
          </a:xfrm>
        </p:spPr>
        <p:txBody>
          <a:bodyPr/>
          <a:lstStyle/>
          <a:p>
            <a:r>
              <a:rPr lang="en-US" dirty="0"/>
              <a:t>"Garbage In, Garbage Out" — Quality of data defines the quality of your analysis.</a:t>
            </a:r>
          </a:p>
          <a:p>
            <a:r>
              <a:rPr lang="en-US" dirty="0"/>
              <a:t>Data is the foundation for Machine Learning, Analytics, and AI.</a:t>
            </a:r>
          </a:p>
          <a:p>
            <a:r>
              <a:rPr lang="en-US" dirty="0"/>
              <a:t>Good data enables better decision-making and product improvements.</a:t>
            </a:r>
          </a:p>
          <a:p>
            <a:r>
              <a:rPr lang="en-US" dirty="0"/>
              <a:t>80% of a data scientist’s time is spent on collecting and cleaning data.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DA67560-C265-074D-171D-4AA364B6D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03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58018"/>
            <a:ext cx="5259554" cy="2495028"/>
          </a:xfrm>
        </p:spPr>
        <p:txBody>
          <a:bodyPr/>
          <a:lstStyle/>
          <a:p>
            <a:r>
              <a:rPr lang="en-IN" dirty="0"/>
              <a:t>Types of Data Sources</a:t>
            </a:r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Types of Data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b="1" dirty="0"/>
              <a:t>APIs:</a:t>
            </a:r>
            <a:r>
              <a:rPr lang="en-US" dirty="0"/>
              <a:t> Pre-organized data access (e.g., weather API, stock API)</a:t>
            </a:r>
          </a:p>
          <a:p>
            <a:r>
              <a:rPr lang="en-IN" b="1" dirty="0"/>
              <a:t>Databases:</a:t>
            </a:r>
            <a:r>
              <a:rPr lang="en-IN" dirty="0"/>
              <a:t> SQL, NoSQL systems (e.g., MySQL, MongoDB)</a:t>
            </a:r>
            <a:endParaRPr lang="en-US" dirty="0"/>
          </a:p>
          <a:p>
            <a:r>
              <a:rPr lang="fr-FR" b="1" dirty="0" err="1"/>
              <a:t>Webpages</a:t>
            </a:r>
            <a:r>
              <a:rPr lang="fr-FR" b="1" dirty="0"/>
              <a:t>:</a:t>
            </a:r>
            <a:r>
              <a:rPr lang="fr-FR" dirty="0"/>
              <a:t> HTML content, blogs, </a:t>
            </a:r>
            <a:r>
              <a:rPr lang="fr-FR" dirty="0" err="1"/>
              <a:t>product</a:t>
            </a:r>
            <a:r>
              <a:rPr lang="fr-FR" dirty="0"/>
              <a:t> pages</a:t>
            </a:r>
            <a:endParaRPr lang="en-US" dirty="0"/>
          </a:p>
          <a:p>
            <a:r>
              <a:rPr lang="en-US" b="1" dirty="0"/>
              <a:t>Files:</a:t>
            </a:r>
            <a:r>
              <a:rPr lang="en-US" dirty="0"/>
              <a:t> CSV, JSON, XML, Excel sheets</a:t>
            </a:r>
          </a:p>
          <a:p>
            <a:r>
              <a:rPr lang="fr-FR" b="1" dirty="0" err="1"/>
              <a:t>Sensors</a:t>
            </a:r>
            <a:r>
              <a:rPr lang="fr-FR" b="1" dirty="0"/>
              <a:t>/Logs:</a:t>
            </a:r>
            <a:r>
              <a:rPr lang="fr-FR" dirty="0"/>
              <a:t> IoT </a:t>
            </a:r>
            <a:r>
              <a:rPr lang="fr-FR" dirty="0" err="1"/>
              <a:t>devices</a:t>
            </a:r>
            <a:r>
              <a:rPr lang="fr-FR" dirty="0"/>
              <a:t>, server logs, mobile app </a:t>
            </a:r>
            <a:r>
              <a:rPr lang="fr-FR" dirty="0" err="1"/>
              <a:t>events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 anchor="b">
            <a:normAutofit/>
          </a:bodyPr>
          <a:lstStyle/>
          <a:p>
            <a:r>
              <a:rPr lang="en-US" dirty="0"/>
              <a:t>Ethical Considerations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IN" dirty="0"/>
              <a:t>(Consent, Licensing, Fair Use)</a:t>
            </a:r>
            <a:endParaRPr lang="en-US"/>
          </a:p>
        </p:txBody>
      </p:sp>
      <p:pic>
        <p:nvPicPr>
          <p:cNvPr id="6" name="Picture Placeholder 5" descr="Gavel resting on block">
            <a:extLst>
              <a:ext uri="{FF2B5EF4-FFF2-40B4-BE49-F238E27FC236}">
                <a16:creationId xmlns:a16="http://schemas.microsoft.com/office/drawing/2014/main" id="{B2256B4A-7C10-69DE-94C5-0C2B0A58A5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2455" r="12563"/>
          <a:stretch/>
        </p:blipFill>
        <p:spPr>
          <a:xfrm>
            <a:off x="7414194" y="410780"/>
            <a:ext cx="4344695" cy="6447220"/>
          </a:xfr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6602" y="2760228"/>
            <a:ext cx="7932057" cy="37203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check Terms of Service before scraping or collecting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Respect robots.txt files when scraping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Attribution and Licensing: Can you reuse this data? Give credit where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Consent: If collecting personal data, informed consent is 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collection must comply with laws like GDPR, CCPA.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Overview of Tools for Data Collection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571977"/>
            <a:ext cx="7707086" cy="4143375"/>
          </a:xfrm>
        </p:spPr>
        <p:txBody>
          <a:bodyPr>
            <a:normAutofit/>
          </a:bodyPr>
          <a:lstStyle/>
          <a:p>
            <a:r>
              <a:rPr lang="en-US" dirty="0"/>
              <a:t>APIs (REST, </a:t>
            </a:r>
            <a:r>
              <a:rPr lang="en-US" dirty="0" err="1"/>
              <a:t>GraphQL</a:t>
            </a:r>
            <a:r>
              <a:rPr lang="en-US" dirty="0"/>
              <a:t>) — Standardized, structured data access</a:t>
            </a:r>
          </a:p>
          <a:p>
            <a:r>
              <a:rPr lang="en-US" dirty="0"/>
              <a:t>Web Scraping: Scraping HTML content (</a:t>
            </a:r>
            <a:r>
              <a:rPr lang="en-US" dirty="0" err="1"/>
              <a:t>BeautifulSoup</a:t>
            </a:r>
            <a:r>
              <a:rPr lang="en-US" dirty="0"/>
              <a:t>, Scrapy, Selenium)</a:t>
            </a:r>
          </a:p>
          <a:p>
            <a:r>
              <a:rPr lang="en-US" dirty="0"/>
              <a:t>Webhooks: Event-driven data collection (e.g., payment success notification)</a:t>
            </a:r>
          </a:p>
          <a:p>
            <a:r>
              <a:rPr lang="en-US" dirty="0"/>
              <a:t>Manual Entry: Forms, surveys (crowd-sourced data)</a:t>
            </a:r>
          </a:p>
          <a:p>
            <a:r>
              <a:rPr lang="en-US" dirty="0"/>
              <a:t>File Handling: Reading local or cloud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6" name="Picture Placeholder 15" descr="Computer script on a screen">
            <a:extLst>
              <a:ext uri="{FF2B5EF4-FFF2-40B4-BE49-F238E27FC236}">
                <a16:creationId xmlns:a16="http://schemas.microsoft.com/office/drawing/2014/main" id="{A586D04D-F503-1E3E-9D49-80E9C811D06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31892" r="31892"/>
          <a:stretch>
            <a:fillRect/>
          </a:stretch>
        </p:blipFill>
        <p:spPr>
          <a:xfrm>
            <a:off x="8387527" y="423671"/>
            <a:ext cx="3361127" cy="6184393"/>
          </a:xfr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19402"/>
            <a:ext cx="7843837" cy="1012782"/>
          </a:xfrm>
        </p:spPr>
        <p:txBody>
          <a:bodyPr/>
          <a:lstStyle/>
          <a:p>
            <a:r>
              <a:rPr lang="en-US" dirty="0"/>
              <a:t>Techniques in Python for Data Collection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712611-1D5A-1A10-9CE7-AA59191E9300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914400" y="2584455"/>
            <a:ext cx="7250703" cy="321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/>
              <a:t>APIs: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Use requests library to send HTTP requests and parse JSON/XML responses.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Web Scraping: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</a:t>
            </a:r>
            <a:r>
              <a:rPr lang="en-US" altLang="en-US" sz="1600" dirty="0" err="1"/>
              <a:t>BeautifulSoup</a:t>
            </a:r>
            <a:r>
              <a:rPr lang="en-US" altLang="en-US" sz="1600" dirty="0"/>
              <a:t> + requests for parsing HTML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Selenium for scraping JavaScript-heavy websites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/>
              <a:t>File Systems: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Pandas, csv, </a:t>
            </a:r>
            <a:r>
              <a:rPr lang="en-US" altLang="en-US" sz="1600" dirty="0" err="1"/>
              <a:t>json</a:t>
            </a:r>
            <a:r>
              <a:rPr lang="en-US" altLang="en-US" sz="1600" dirty="0"/>
              <a:t> libraries to read/write files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/>
              <a:t>Databases:</a:t>
            </a: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Use sqlite3, </a:t>
            </a:r>
            <a:r>
              <a:rPr lang="en-US" altLang="en-US" sz="1600" dirty="0" err="1"/>
              <a:t>SQLAlchemy</a:t>
            </a:r>
            <a:r>
              <a:rPr lang="en-US" altLang="en-US" sz="1600" dirty="0"/>
              <a:t>, </a:t>
            </a:r>
            <a:r>
              <a:rPr lang="en-US" altLang="en-US" sz="1600" dirty="0" err="1"/>
              <a:t>pymongo</a:t>
            </a:r>
            <a:r>
              <a:rPr lang="en-US" altLang="en-US" sz="1600" dirty="0"/>
              <a:t> for connecting to SQL/NoSQL databases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42890E-DD74-0365-DF01-161D1FBAA66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50987" y="2535253"/>
            <a:ext cx="9875039" cy="2058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Data collection is the first and most important step in Data Science.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Know your source, respect ethics, and choose the right tool.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 Python provides powerful libraries for all major types of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{39BC56D4-DACA-4E10-93BC-A768BEDED33A}tf78438558_win32</Template>
  <TotalTime>121</TotalTime>
  <Words>464</Words>
  <Application>Microsoft Office PowerPoint</Application>
  <PresentationFormat>Widescreen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Data collection techniques in data science</vt:lpstr>
      <vt:lpstr>agenda</vt:lpstr>
      <vt:lpstr>Why Data Collection is Critical?</vt:lpstr>
      <vt:lpstr>Why Data Collection is Critical</vt:lpstr>
      <vt:lpstr>Types of Data Sources</vt:lpstr>
      <vt:lpstr>Types of Data Sources</vt:lpstr>
      <vt:lpstr>Ethical Considerations</vt:lpstr>
      <vt:lpstr>Ethical considerations</vt:lpstr>
      <vt:lpstr>Overview of Tools for Data Collection</vt:lpstr>
      <vt:lpstr>Techniques in Python for Data Collection</vt:lpstr>
      <vt:lpstr>Final tips &amp; takeaways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Harry .</dc:creator>
  <cp:lastModifiedBy>Harry .</cp:lastModifiedBy>
  <cp:revision>1</cp:revision>
  <dcterms:created xsi:type="dcterms:W3CDTF">2025-04-27T08:40:00Z</dcterms:created>
  <dcterms:modified xsi:type="dcterms:W3CDTF">2025-04-27T10:41:50Z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